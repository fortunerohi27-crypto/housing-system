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10"/>
  </p:normalViewPr>
  <p:slideViewPr>
    <p:cSldViewPr snapToGrid="0" snapToObjects="1">
      <p:cViewPr varScale="1">
        <p:scale>
          <a:sx n="56" d="100"/>
          <a:sy n="56" d="100"/>
        </p:scale>
        <p:origin x="12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7380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002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</a:rPr>
              <a:t>Housing Management System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CBD5E1"/>
                </a:solidFill>
              </a:rPr>
              <a:t>A Comprehensive Digital Brain for Rental Property Businesses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What is this system?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 "Digital Control Center" that replaces messy paperwork and spreadsheets.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Connects the dots between properties, tenants, money, and repairs.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Goal: Ensure no payment is missed, no leak is ignored, and no contract is lost.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Two Perspectives, One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The Manager's Dashboard: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Full operational power. Managing everything from profits to plumbing.</a:t>
            </a:r>
            <a:r>
              <a:rPr lang="en-US" sz="2200" b="1" dirty="0">
                <a:solidFill>
                  <a:srgbClr val="1E293B"/>
                </a:solidFill>
              </a:rPr>
              <a:t>The Tenant's Portal: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 private self-service area. Pay rent and request repairs without the phone calls.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Organizing Your Assets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34155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Hierarchy: Property (Building) $
ightarrow$ Unit (Room/Apartment).</a:t>
            </a:r>
            <a:r>
              <a:rPr lang="en-US" sz="2200" b="1" dirty="0">
                <a:solidFill>
                  <a:srgbClr val="1E293B"/>
                </a:solidFill>
              </a:rPr>
              <a:t>Real-Time Status Tracking: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Vacant: Ready for rent.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Occupied: Tenant is currently living there.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Under Maintenance: Currently being repaired.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Notice Given: Tenant is leaving soon.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Smart Tenant Management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</a:rPr>
              <a:t>More than just a name—a complete security profile: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Verification: Store job positions and monthly income to ensure affordability.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Safety: Keep emergency contacts (name/phone/rel) for every renter.</a:t>
            </a:r>
            <a:endParaRPr lang="en-US" sz="22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Records: Track pets, roommates, and important legal IDs.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The Lease Lifecycle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Start: Log move-in date, rent amount, and security deposits.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Middle: Manage "Addendums" (new rules) and official "Notices."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End: Calculate the "Deposit Refund"—tracking deductions for damages.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Automation: Set the exact day of the month rent is due.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Money Flow: Rent Collection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Invoicing: The system creates a digital "Bill" with a due date.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Payment Tracking: Log the exact method (Cash, Transfer) and receipt number.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Late Fees: Automatically track and add fees for overdue payments.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Money Flow: Profitability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Expense Logging: Every dollar spent on taxes, insurance, or repairs is tracked.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The Calculation: Rent Revenue - Expenses = Net Profit.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Property Insights: See which building is making money and which is costing too much.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Maintenance: The Journey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Step 1: Tenant submits a "Ticket" (e.g., "Leaking Sink").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Step 2: Manager assigns a Priority (Low, Med, High).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Step 3: Manager chooses a Vendor (e.g., "Plumber Joe").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Step 4: Job is marked "Resolved" once fixed.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Preventive Care &amp; Vendors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endParaRPr lang="en-US" sz="2000" dirty="0">
              <a:solidFill>
                <a:srgbClr val="334155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Stop Problems Before They Start: Schedule recurring tasks (e.g., AC filter changes).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Vendor Directory: A a complete list of trusted tradespeople (electricians, painters, etc).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Asset Longevity: Regular upkeep means fewer expensive emergency repairs.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Professional Tools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Announcements: Send one message to all tenants at once.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Audit Logs: A digital "Security Camera" that records who changed what and when.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Digital Filing Cabinet: Store PDFs and photos of contracts and IDs.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The Tenant Portal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Self-Service Payments: View current bills and payment history.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Request Help: Submit a repair ticket and track its progress from a phone.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Digital Lease: Access the contract rules without calling the landlord.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Direct Line: Messaging thread for clear communication with the manager.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How it's Built (Simple)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React: Makes the app feel "snappy" (no page reloads).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Tailwind CSS: Ensures it looks professional on both desktops and mobile phones.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Vite: The "fast-forward" button for building the app.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</a:rPr>
              <a:t>Who Sees What?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The Manager: Full access to everything (Money, All Tenants, All Houses).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The Tenant: Restricted access (Only their own bills, lease, and requests).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334155"/>
                </a:solidFill>
              </a:rPr>
              <a:t>Role-Based Security: The system checks your "key" (role) before letting you in.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002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8FAFC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685</Words>
  <Application>Microsoft Office PowerPoint</Application>
  <PresentationFormat>On-screen Show (16:9)</PresentationFormat>
  <Paragraphs>78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fortune rohi</cp:lastModifiedBy>
  <cp:revision>2</cp:revision>
  <dcterms:created xsi:type="dcterms:W3CDTF">2026-09-16T14:51:16Z</dcterms:created>
  <dcterms:modified xsi:type="dcterms:W3CDTF">2026-09-21T14:11:01Z</dcterms:modified>
</cp:coreProperties>
</file>