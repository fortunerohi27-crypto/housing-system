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Housing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A Comprehensive Digital Brain for Rental Property Businesses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What is this system?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"Digital Control Center" that replaces messy paperwork and spreadsheets.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Connects the dots between properties, tenants, money, and repairs.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Goal: Ensure no payment is missed, no leak is ignored, and no contract is lost.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Two Perspectives, One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The Manager's Dashboard: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Full operational power. Managing everything from profits to plumbing.</a:t>
            </a:r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The Tenant's Portal: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private self-service area. Pay rent and request repairs without the phone calls.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Organizing Your Assets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Hierarchy: Property (Building) $
ightarrow$ Unit (Room/Apartment).</a:t>
            </a:r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Real-Time Status Tracking: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Vacant: Ready for rent.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Occupied: Tenant is currently living there.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Under Maintenance: Currently being repaired.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Notice Given: Tenant is leaving soon.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Smart Tenant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More than just a name—a complete security profile: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Verification: Store job positions and monthly income to ensure affordability.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Safety: Keep emergency contacts (name/phone/rel) for every renter.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Records: Track pets, roommates, and important legal IDs.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Lease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Start: Log move-in date, rent amount, and security deposits.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Middle: Manage "Addendums" (new rules) and official "Notices."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End: Calculate the "Deposit Refund"—tracking deductions for damages.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Automation: Set the exact day of the month rent is due.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Money Flow: Rent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Invoicing: The system creates a digital "Bill" with a due date.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Payment Tracking: Log the exact method (Cash, Transfer) and receipt number.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Late Fees: Automatically track and add fees for overdue payments.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Money Flow: Profitability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Expense Logging: Every dollar spent on taxes, insurance, or repairs is tracked.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Calculation: Rent Revenue - Expenses = Net Profit.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Property Insights: See which building is making money and which is costing too much.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Maintenance: The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1: Tenant submits a "Ticket" (e.g., "Leaking Sink").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2: Manager assigns a Priority (Low, Med, High).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3: Manager chooses a Vendor (e.g., "Plumber Joe").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4: Job is marked "Resolved" once fixed.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Preventive Care &amp; Vendors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Stop Problems Before They Start: Schedule recurring tasks (e.g., AC filter changes).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Vendor Directory: A a complete list of trusted tradespeople (electricians, painters, etc).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Asset Longevity: Regular upkeep means fewer expensive emergency repairs.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Professional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Announcements: Send one message to all tenants at once.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Audit Logs: A digital "Security Camera" that records who changed what and when.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Digital Filing Cabinet: Store PDFs and photos of contracts and IDs.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Tenant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Self-Service Payments: View current bills and payment history.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Request Help: Submit a repair ticket and track its progress from a phone.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Digital Lease: Access the contract rules without calling the landlord.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Direct Line: Messaging thread for clear communication with the manager.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How it's Built (Simple)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React: Makes the app feel "snappy" (no page reloads).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Tailwind CSS: Ensures it looks professional on both desktops and mobile phones.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Vite: The "fast-forward" button for building the app.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Who Sees What?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Manager: Full access to everything (Money, All Tenants, All Houses).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Tenant: Restricted access (Only their own bills, lease, and requests).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Role-Based Security: The system checks your "key" (role) before letting you in.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BD5E1"/>
                </a:solidFill>
              </a:rPr>
              <a:t>Questions &amp; Answers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2026-09-16T14:51:16Z</dcterms:created>
  <dcterms:modified xsi:type="dcterms:W3CDTF">2026-09-16T14:51:16Z</dcterms:modified>
</cp:coreProperties>
</file>